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BBAB-177A-43CA-6188-E981CD4E7A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DCC637-9EFE-D080-D570-DA4B71EF5F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6428AB-BEF6-C86D-1B69-D6CB5FCB8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F00E6-5EF8-4733-A513-4D79642739EE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1D029-8DAC-E270-70F0-AFCC602F0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36512-8E09-9CE7-C360-5670C1ADF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2871-A67D-4436-9527-D0E19ED31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905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4EC7A-BE14-3013-1798-1FD4D5B62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182B6-D14A-21A4-991B-E080B55FE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2A939-18D4-7355-204A-F77BCDD07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F00E6-5EF8-4733-A513-4D79642739EE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DF3DC-C88D-F914-FB77-2449A440E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81FDAC-781F-5078-41BE-364C1A771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2871-A67D-4436-9527-D0E19ED31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1402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45954-529D-FEA9-C284-1DDEAE049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DFA4E6-3237-3964-169D-A91B6DB28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A5A1D5-0C97-A085-0B16-79BE9B27A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F00E6-5EF8-4733-A513-4D79642739EE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EDA58-DB6D-0CD5-0510-2E071E401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55C51-DE0C-9BED-0B6D-D3C298B59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2871-A67D-4436-9527-D0E19ED31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8330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2C9C2-E400-2B2D-E1DE-8EE409C1A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19166-5373-CC0B-4C58-781E4C2669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5740A4-0DFA-34B8-1E16-593F17825D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82E643-32F1-2554-0ECF-7098682CA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F00E6-5EF8-4733-A513-4D79642739EE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94656-AD01-C3CD-FD67-B27E7D4CE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A4A81-5A05-B976-1D09-6581B72C6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2871-A67D-4436-9527-D0E19ED31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9611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4D7C8-7B54-8DCE-D270-91E595A3C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FC867-CB34-2B66-1920-84320C801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702447-3198-A2DF-BBC0-C2219B392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4E830B-1DC3-36DF-7DD4-E71E2EE0FB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CBD921-2C0C-FD12-6379-C6CD88D0BE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BCD045-39C6-B640-9EC5-6C3BC06AA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F00E6-5EF8-4733-A513-4D79642739EE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6C3870-E77A-F03A-7B18-6A7250CFE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3EEC29-9CB4-B162-49DD-5C171235E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2871-A67D-4436-9527-D0E19ED31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1499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2481F-ECE0-A13E-49B7-A7BADFC93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EE4394-CBAA-3F8B-15E4-81900DB95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F00E6-5EF8-4733-A513-4D79642739EE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9B3111-13CB-5BD5-DF17-9FE0C60D9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6F753C-EBD5-0875-AA08-6796B8F81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2871-A67D-4436-9527-D0E19ED31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5047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C1B962-E333-FC30-B58B-BC9C98BBF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F00E6-5EF8-4733-A513-4D79642739EE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47E2E7-5F12-73FA-D459-FFA74AED3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83A882-830F-5448-3D07-F4281C819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2871-A67D-4436-9527-D0E19ED31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982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866F2-0583-B774-A2CD-31800A180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908E1-4D8B-E2FE-4DCC-309C623A8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611C1-BBB6-5CC3-4E77-4569F8FBCB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91F45-3F4C-EF8B-1E98-3FFB07DEE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F00E6-5EF8-4733-A513-4D79642739EE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3FE9D0-770A-75A8-8DCA-D666E66DA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9BCB48-1299-5506-F10C-C652B6A9A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2871-A67D-4436-9527-D0E19ED31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280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278A6-5DE0-0D98-CBDA-9F85E3048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48A0F8-E593-42BC-32D5-F937BEAB647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22291C-BF5B-52A8-DFCA-327765AE1B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141117-1D4D-D16E-F837-FD7AC3EE8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F00E6-5EF8-4733-A513-4D79642739EE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24B8F0-8703-1BE9-500B-E3CB305BB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F3D517-B892-2E1D-4AF2-E9550F259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2871-A67D-4436-9527-D0E19ED31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1845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F25C3-7F7C-0DD2-6CBD-169D661EA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AA37CC-9CD9-CA1D-2744-FBE397121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E073CE-55AD-9B9C-83D7-217379E05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F00E6-5EF8-4733-A513-4D79642739EE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E07DF-631F-2F0F-BD36-4616B45A2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D7396D-F4FA-05F3-0AE2-8BD68F945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2871-A67D-4436-9527-D0E19ED31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2267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F241C7-A380-E4AF-3CA9-7C37E2EF07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73E55D-887F-9F2F-E8DE-13AC62A6D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CA1B3-CD9D-C4A9-D368-7BFD96595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EF00E6-5EF8-4733-A513-4D79642739EE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70A9A2-E474-8D57-5483-26D9591CF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365FA0-5CF7-7B83-07AE-8446346F9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6F2871-A67D-4436-9527-D0E19ED311E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7166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A5E4F-86C3-21D3-C0EE-F7BECD2E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9B5D3A-994E-2684-9020-256C49081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34537-0A28-AF1D-5E0E-AC7A71ED16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EF00E6-5EF8-4733-A513-4D79642739EE}" type="datetimeFigureOut">
              <a:rPr lang="en-GB" smtClean="0"/>
              <a:t>20/10/2026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B63EF-B4D4-F260-D509-13BEC2CB63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D2D3C4-F0B5-B0C3-99EF-41BE5A6FC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6F2871-A67D-4436-9527-D0E19ED311ED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565E86-EF06-4796-4DCC-1430FB67E568}"/>
              </a:ext>
            </a:extLst>
          </p:cNvPr>
          <p:cNvSpPr/>
          <p:nvPr userDrawn="1"/>
        </p:nvSpPr>
        <p:spPr>
          <a:xfrm>
            <a:off x="9652000" y="5969000"/>
            <a:ext cx="2286000" cy="635000"/>
          </a:xfrm>
          <a:prstGeom prst="rect">
            <a:avLst/>
          </a:prstGeom>
          <a:solidFill>
            <a:srgbClr val="E4572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/>
              <a:t>MASTER MARK</a:t>
            </a:r>
          </a:p>
        </p:txBody>
      </p:sp>
    </p:spTree>
    <p:extLst>
      <p:ext uri="{BB962C8B-B14F-4D97-AF65-F5344CB8AC3E}">
        <p14:creationId xmlns:p14="http://schemas.microsoft.com/office/powerpoint/2010/main" val="84128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1DE62-9C57-C670-2C9C-E9E2B7D16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Invented: a layout sample picture</a:t>
            </a:r>
          </a:p>
        </p:txBody>
      </p:sp>
    </p:spTree>
    <p:extLst>
      <p:ext uri="{BB962C8B-B14F-4D97-AF65-F5344CB8AC3E}">
        <p14:creationId xmlns:p14="http://schemas.microsoft.com/office/powerpoint/2010/main" val="3917469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90CB2-E393-17A0-EFAF-81E1F4C33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Invented: background graphics hidden</a:t>
            </a:r>
          </a:p>
        </p:txBody>
      </p:sp>
    </p:spTree>
    <p:extLst>
      <p:ext uri="{BB962C8B-B14F-4D97-AF65-F5344CB8AC3E}">
        <p14:creationId xmlns:p14="http://schemas.microsoft.com/office/powerpoint/2010/main" val="2118477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0B7E0-2A7B-F5E1-90A3-D25942C23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Invented: background graphics shown</a:t>
            </a:r>
          </a:p>
        </p:txBody>
      </p:sp>
    </p:spTree>
    <p:extLst>
      <p:ext uri="{BB962C8B-B14F-4D97-AF65-F5344CB8AC3E}">
        <p14:creationId xmlns:p14="http://schemas.microsoft.com/office/powerpoint/2010/main" val="877414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Custom</PresentationFormat>
  <Paragraphs>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Invented: a layout sample picture</vt:lpstr>
      <vt:lpstr>Invented: background graphics hidden</vt:lpstr>
      <vt:lpstr>Invented: background graphics shown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Martin Prosser</dc:creator>
  <cp:lastModifiedBy>Martin Prosser</cp:lastModifiedBy>
  <cp:revision>1</cp:revision>
  <dcterms:created xsi:type="dcterms:W3CDTF">2026-10-20T17:55:17Z</dcterms:created>
  <dcterms:modified xsi:type="dcterms:W3CDTF">2026-10-20T17:55:17Z</dcterms:modified>
</cp:coreProperties>
</file>